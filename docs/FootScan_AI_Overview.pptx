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56" y="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228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4688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FootScan AI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429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Diabetic Foot Ulcer Segmentation and Triage Dashboard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8C652-0623-BFCC-D4A3-597AE829B110}"/>
              </a:ext>
            </a:extLst>
          </p:cNvPr>
          <p:cNvSpPr txBox="1"/>
          <p:nvPr/>
        </p:nvSpPr>
        <p:spPr>
          <a:xfrm>
            <a:off x="9445752" y="5458968"/>
            <a:ext cx="18469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BY : PRASANNA T </a:t>
            </a:r>
            <a:br>
              <a:rPr lang="en-IN" dirty="0"/>
            </a:br>
            <a:r>
              <a:rPr lang="en-IN" dirty="0"/>
              <a:t>        (E0423028)</a:t>
            </a:r>
          </a:p>
        </p:txBody>
      </p:sp>
      <p:pic>
        <p:nvPicPr>
          <p:cNvPr id="6" name="Picture 5" descr="Sriher – Sri Ramachandra Hospital – Top Medical College and ...">
            <a:extLst>
              <a:ext uri="{FF2B5EF4-FFF2-40B4-BE49-F238E27FC236}">
                <a16:creationId xmlns:a16="http://schemas.microsoft.com/office/drawing/2014/main" id="{A731F167-779B-11D7-4E41-00B103976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078" y="420243"/>
            <a:ext cx="8039100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 million adults worldwide live with diabetes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to 34% of people with diabetes will develop a foot ulcer in their lifetime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foot ulcers (DFUs) require regular monitoring of size, shape, and tissue condition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tracking today is largely manual — notes and visual comparison of photos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need a fast, repeatable, low-cost way to measure wounds and track healing over time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FootScan AI Does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dashboard and API where a user uploads a photo of a foot wound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automatically segments the wound and analyzes it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objective measurements instead of a clinician's visual estimate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same patient's wounds over multiple visits to show healing progress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downloadable PDF report summarizing the findings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Segmentation — deep learning model outlines the exact wound boundary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&amp; Area Analysis — measures wound area, shape, and tissue color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 — heuristic SINBAD-style score and healing-time estimate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Comparison — two scans compared to calculate area change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Healing Tracker — per-patient scan history saved and queryable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— one-click downloadable report with images and metrics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Upload: a foot photo is submitted via the dashboard or the API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Segment: a ResNet34-UNet model produces a pixel-level wound mask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Analyze: pure-function analysis computes area, shape, tissue color, and severity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Persist &amp; Report: results are saved per patient in a database and a PDF report can be generated on demand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backend process serves both the dashboard and the REST API, so there is no duplicated logic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FastAPI (Python)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Gradio, mounted onto the same FastAPI app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ResNet34-UNet segmentation model built with PyTorch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SQLite via SQLAlchemy (patients and scan history)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Dockerized, GPU-aware with automatic CPU fallback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GitHub Actions workflow, ruff for linting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backend/footscan/ml — model loading and image preprocessing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backend/footscan/analysis — pure functions for shape, color, and severity scoring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backend/footscan/reports — PDF report generation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backend/footscan/db — database models and session handling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backend/footscan/service — orchestrates ML, analysis, and persistence for both API and UI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backend/footscan/api — REST endpoints under /api, plus /health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backend/footscan/ui — the Gradio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working end-to-end as of September 28, 2026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UI tabs tested live against the real model and a real database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Analysis, Before &amp; After, and Healing Tracker all confirmed correct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 downloaded and their embedded images and metrics verified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automated test suite (26 tests, unit + integration) passes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clean under linting (ruff check passes)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Clinical Disclaimer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research / demo application — it is not a certified medical device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not been clinically validated or FDA cleared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severity score, healing-time estimate, and tissue-color classification are heuristics, not sourced from a validated clinical guideline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has not yet been benchmarked against a held-out clinical test set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multi-user authentication, roles, or audit log — not sufficient for regulated, multi-tenant use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defer to a qualified clinician — do not use this to make real treatment decisions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model accuracy (Dice / IoU) against a held-out clinical dataset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heuristic scoring with a scoring method sourced from a validated clinical guideline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authentication, user roles, and an audit log for multi-user or regulated deployments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rate limiting and tighten CORS settings before any public deployment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clinical validation and evaluate a regulatory pathway (e.g. FDA)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702</Words>
  <Application>Microsoft Office PowerPoint</Application>
  <PresentationFormat>Widescreen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Sandeep Srinivasan</cp:lastModifiedBy>
  <cp:revision>2</cp:revision>
  <dcterms:created xsi:type="dcterms:W3CDTF">2026-09-29T07:01:23Z</dcterms:created>
  <dcterms:modified xsi:type="dcterms:W3CDTF">2026-09-29T07:36:18Z</dcterms:modified>
</cp:coreProperties>
</file>